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63" r:id="rId6"/>
    <p:sldId id="257" r:id="rId7"/>
    <p:sldId id="258" r:id="rId8"/>
    <p:sldId id="259" r:id="rId9"/>
    <p:sldId id="260" r:id="rId10"/>
    <p:sldId id="261" r:id="rId11"/>
    <p:sldId id="262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48BFDA-4A96-0A50-F9AC-E55DC449F0E0}" v="18" dt="2026-09-26T03:50:13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Shmail" userId="ecb7e06b-fd33-411f-9139-69b249e1c8e8" providerId="ADAL" clId="{E97B8445-60C8-490D-9FDC-DAC550A8C29E}"/>
    <pc:docChg chg="undo custSel modSld">
      <pc:chgData name="David Shmail" userId="ecb7e06b-fd33-411f-9139-69b249e1c8e8" providerId="ADAL" clId="{E97B8445-60C8-490D-9FDC-DAC550A8C29E}" dt="2026-09-26T06:36:41.413" v="622" actId="20577"/>
      <pc:docMkLst>
        <pc:docMk/>
      </pc:docMkLst>
      <pc:sldChg chg="modSp mod">
        <pc:chgData name="David Shmail" userId="ecb7e06b-fd33-411f-9139-69b249e1c8e8" providerId="ADAL" clId="{E97B8445-60C8-490D-9FDC-DAC550A8C29E}" dt="2026-09-26T06:36:41.413" v="622" actId="20577"/>
        <pc:sldMkLst>
          <pc:docMk/>
          <pc:sldMk cId="0" sldId="263"/>
        </pc:sldMkLst>
        <pc:graphicFrameChg chg="modGraphic">
          <ac:chgData name="David Shmail" userId="ecb7e06b-fd33-411f-9139-69b249e1c8e8" providerId="ADAL" clId="{E97B8445-60C8-490D-9FDC-DAC550A8C29E}" dt="2026-09-26T06:36:41.413" v="622" actId="20577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</pc:docChg>
  </pc:docChgLst>
  <pc:docChgLst>
    <pc:chgData name="Jinghan LI" userId="S::jinghanl9@student.unimelb.edu.au::f7468b13-fafa-46dc-a764-e9f5419b1ec6" providerId="AD" clId="Web-{CE48BFDA-4A96-0A50-F9AC-E55DC449F0E0}"/>
    <pc:docChg chg="modSld">
      <pc:chgData name="Jinghan LI" userId="S::jinghanl9@student.unimelb.edu.au::f7468b13-fafa-46dc-a764-e9f5419b1ec6" providerId="AD" clId="Web-{CE48BFDA-4A96-0A50-F9AC-E55DC449F0E0}" dt="2026-09-26T03:50:13.441" v="17"/>
      <pc:docMkLst>
        <pc:docMk/>
      </pc:docMkLst>
      <pc:sldChg chg="modSp">
        <pc:chgData name="Jinghan LI" userId="S::jinghanl9@student.unimelb.edu.au::f7468b13-fafa-46dc-a764-e9f5419b1ec6" providerId="AD" clId="Web-{CE48BFDA-4A96-0A50-F9AC-E55DC449F0E0}" dt="2026-09-26T03:50:13.441" v="17"/>
        <pc:sldMkLst>
          <pc:docMk/>
          <pc:sldMk cId="0" sldId="263"/>
        </pc:sldMkLst>
        <pc:graphicFrameChg chg="mod modGraphic">
          <ac:chgData name="Jinghan LI" userId="S::jinghanl9@student.unimelb.edu.au::f7468b13-fafa-46dc-a764-e9f5419b1ec6" providerId="AD" clId="Web-{CE48BFDA-4A96-0A50-F9AC-E55DC449F0E0}" dt="2026-09-26T03:50:13.441" v="17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45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402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DARES ELECTRONICS</a:t>
            </a:r>
            <a:endParaRPr lang="en-US" sz="1000"/>
          </a:p>
        </p:txBody>
      </p:sp>
      <p:sp>
        <p:nvSpPr>
          <p:cNvPr id="4" name="Text 1"/>
          <p:cNvSpPr txBox="1"/>
          <p:nvPr/>
        </p:nvSpPr>
        <p:spPr>
          <a:xfrm>
            <a:off x="457200" y="14173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+</a:t>
            </a:r>
            <a:endParaRPr lang="en-US" sz="4400"/>
          </a:p>
          <a:p>
            <a:pPr marL="0" indent="0">
              <a:lnSpc>
                <a:spcPct val="95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break</a:t>
            </a:r>
            <a:endParaRPr lang="en-US" sz="4400"/>
          </a:p>
        </p:txBody>
      </p:sp>
      <p:sp>
        <p:nvSpPr>
          <p:cNvPr id="5" name="Text 2"/>
          <p:cNvSpPr txBox="1"/>
          <p:nvPr/>
        </p:nvSpPr>
        <p:spPr>
          <a:xfrm>
            <a:off x="45720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 + propulsion  ·  Saturday 26 September</a:t>
            </a:r>
            <a:endParaRPr lang="en-US" sz="1400"/>
          </a:p>
        </p:txBody>
      </p:sp>
      <p:sp>
        <p:nvSpPr>
          <p:cNvPr id="6" name="Shape 3"/>
          <p:cNvSpPr/>
          <p:nvPr/>
        </p:nvSpPr>
        <p:spPr>
          <a:xfrm>
            <a:off x="4892040" y="502920"/>
            <a:ext cx="3794760" cy="4160520"/>
          </a:xfrm>
          <a:prstGeom prst="roundRect">
            <a:avLst>
              <a:gd name="adj" fmla="val 3614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B9B3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5166360" y="731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/>
          </a:p>
        </p:txBody>
      </p:sp>
      <p:sp>
        <p:nvSpPr>
          <p:cNvPr id="8" name="Text 5"/>
          <p:cNvSpPr txBox="1"/>
          <p:nvPr/>
        </p:nvSpPr>
        <p:spPr>
          <a:xfrm>
            <a:off x="5715000" y="731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</a:t>
            </a:r>
            <a:endParaRPr lang="en-US" sz="1600"/>
          </a:p>
        </p:txBody>
      </p:sp>
      <p:sp>
        <p:nvSpPr>
          <p:cNvPr id="9" name="Text 6"/>
          <p:cNvSpPr txBox="1"/>
          <p:nvPr/>
        </p:nvSpPr>
        <p:spPr>
          <a:xfrm>
            <a:off x="5166360" y="1207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/>
          </a:p>
        </p:txBody>
      </p:sp>
      <p:sp>
        <p:nvSpPr>
          <p:cNvPr id="10" name="Text 7"/>
          <p:cNvSpPr txBox="1"/>
          <p:nvPr/>
        </p:nvSpPr>
        <p:spPr>
          <a:xfrm>
            <a:off x="5715000" y="12070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</a:t>
            </a:r>
            <a:endParaRPr lang="en-US" sz="1600"/>
          </a:p>
        </p:txBody>
      </p:sp>
      <p:sp>
        <p:nvSpPr>
          <p:cNvPr id="11" name="Text 8"/>
          <p:cNvSpPr txBox="1"/>
          <p:nvPr/>
        </p:nvSpPr>
        <p:spPr>
          <a:xfrm>
            <a:off x="5166360" y="1682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/>
          </a:p>
        </p:txBody>
      </p:sp>
      <p:sp>
        <p:nvSpPr>
          <p:cNvPr id="12" name="Text 9"/>
          <p:cNvSpPr txBox="1"/>
          <p:nvPr/>
        </p:nvSpPr>
        <p:spPr>
          <a:xfrm>
            <a:off x="5715000" y="16824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Systems</a:t>
            </a:r>
            <a:endParaRPr lang="en-US" sz="1600"/>
          </a:p>
        </p:txBody>
      </p:sp>
      <p:sp>
        <p:nvSpPr>
          <p:cNvPr id="13" name="Text 10"/>
          <p:cNvSpPr txBox="1"/>
          <p:nvPr/>
        </p:nvSpPr>
        <p:spPr>
          <a:xfrm>
            <a:off x="5166360" y="21579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/>
          </a:p>
        </p:txBody>
      </p:sp>
      <p:sp>
        <p:nvSpPr>
          <p:cNvPr id="14" name="Text 11"/>
          <p:cNvSpPr txBox="1"/>
          <p:nvPr/>
        </p:nvSpPr>
        <p:spPr>
          <a:xfrm>
            <a:off x="5715000" y="21579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</a:t>
            </a:r>
            <a:endParaRPr lang="en-US" sz="1600"/>
          </a:p>
        </p:txBody>
      </p:sp>
      <p:sp>
        <p:nvSpPr>
          <p:cNvPr id="15" name="Text 12"/>
          <p:cNvSpPr txBox="1"/>
          <p:nvPr/>
        </p:nvSpPr>
        <p:spPr>
          <a:xfrm>
            <a:off x="5166360" y="2633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/>
          </a:p>
        </p:txBody>
      </p:sp>
      <p:sp>
        <p:nvSpPr>
          <p:cNvPr id="16" name="Text 13"/>
          <p:cNvSpPr txBox="1"/>
          <p:nvPr/>
        </p:nvSpPr>
        <p:spPr>
          <a:xfrm>
            <a:off x="5715000" y="26334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Estimation</a:t>
            </a:r>
            <a:endParaRPr lang="en-US" sz="1600"/>
          </a:p>
        </p:txBody>
      </p:sp>
      <p:sp>
        <p:nvSpPr>
          <p:cNvPr id="17" name="Text 14"/>
          <p:cNvSpPr txBox="1"/>
          <p:nvPr/>
        </p:nvSpPr>
        <p:spPr>
          <a:xfrm>
            <a:off x="516636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/>
          </a:p>
        </p:txBody>
      </p:sp>
      <p:sp>
        <p:nvSpPr>
          <p:cNvPr id="18" name="Text 15"/>
          <p:cNvSpPr txBox="1"/>
          <p:nvPr/>
        </p:nvSpPr>
        <p:spPr>
          <a:xfrm>
            <a:off x="5715000" y="3108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R&amp;D: Autonomy &amp; ML</a:t>
            </a:r>
            <a:endParaRPr lang="en-US" sz="1600"/>
          </a:p>
        </p:txBody>
      </p:sp>
      <p:sp>
        <p:nvSpPr>
          <p:cNvPr id="19" name="Text 16"/>
          <p:cNvSpPr txBox="1"/>
          <p:nvPr/>
        </p:nvSpPr>
        <p:spPr>
          <a:xfrm>
            <a:off x="5166360" y="35844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/>
          </a:p>
        </p:txBody>
      </p:sp>
      <p:sp>
        <p:nvSpPr>
          <p:cNvPr id="20" name="Text 17"/>
          <p:cNvSpPr txBox="1"/>
          <p:nvPr/>
        </p:nvSpPr>
        <p:spPr>
          <a:xfrm>
            <a:off x="5715000" y="35844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600"/>
          </a:p>
        </p:txBody>
      </p:sp>
      <p:sp>
        <p:nvSpPr>
          <p:cNvPr id="21" name="Text 18"/>
          <p:cNvSpPr txBox="1"/>
          <p:nvPr/>
        </p:nvSpPr>
        <p:spPr>
          <a:xfrm>
            <a:off x="5166360" y="40599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/>
          </a:p>
        </p:txBody>
      </p:sp>
      <p:sp>
        <p:nvSpPr>
          <p:cNvPr id="22" name="Text 19"/>
          <p:cNvSpPr txBox="1"/>
          <p:nvPr/>
        </p:nvSpPr>
        <p:spPr>
          <a:xfrm>
            <a:off x="5715000" y="405993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break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92608"/>
            <a:ext cx="384048" cy="38404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674298"/>
              </p:ext>
            </p:extLst>
          </p:nvPr>
        </p:nvGraphicFramePr>
        <p:xfrm>
          <a:off x="457200" y="868680"/>
          <a:ext cx="8229600" cy="3962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SUB-TEAM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Leads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8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(open/TBD, according to performance)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</a:t>
                      </a:r>
                      <a:r>
                        <a:rPr lang="en-US" sz="9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(Encouraged Flexibility)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5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Control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Lynch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 Zhang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>
                          <a:latin typeface="Calibri" charset="0"/>
                          <a:ea typeface="Calibri" charset="0"/>
                          <a:cs typeface="Calibri" charset="0"/>
                        </a:rPr>
                        <a:t>Rohan Lynch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Calibri" charset="0"/>
                          <a:ea typeface="Calibri" charset="0"/>
                          <a:cs typeface="Calibri" charset="0"/>
                        </a:rPr>
                        <a:t>Ash Zhang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Calibri" charset="0"/>
                          <a:ea typeface="Calibri" charset="0"/>
                          <a:cs typeface="Calibri" charset="0"/>
                        </a:rPr>
                        <a:t>Nicholas Tran</a:t>
                      </a: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Systems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Alfred Wang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Zixi Chen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Zixi Chen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Alfred Wang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Ash Zhang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Wen Ying Gan</a:t>
                      </a: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Propulsion &amp; Motor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Jinghan Li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Jayden Filleul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Harry Nguyen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Jayden Filleul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Jinghan LI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Zhen Rong (Drew) Fong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Amelia Zhu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 err="1">
                          <a:latin typeface="Calibri"/>
                          <a:ea typeface="Calibri"/>
                          <a:cs typeface="Calibri"/>
                        </a:rPr>
                        <a:t>Jiarong</a:t>
                      </a: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</a:rPr>
                        <a:t> Chen </a:t>
                      </a:r>
                    </a:p>
                    <a:p>
                      <a:pPr marL="171450" lvl="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</a:rPr>
                        <a:t>Harry Nguyen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Mahin Shams</a:t>
                      </a: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Fusion &amp; Navigation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Shmail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Nicholas Tran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Yifei Sun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Wenrui</a:t>
                      </a: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 Chen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Leah Chen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/>
                          <a:ea typeface="Calibri"/>
                          <a:cs typeface="Calibri"/>
                        </a:rPr>
                        <a:t>Amelia Chen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David Shmail</a:t>
                      </a: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 &amp; Machine Learning</a:t>
                      </a:r>
                    </a:p>
                    <a:p>
                      <a:pPr marL="0" indent="0">
                        <a:buNone/>
                      </a:pP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00" b="1" i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</a:t>
                      </a:r>
                      <a:r>
                        <a:rPr lang="en-US" sz="600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research-style</a:t>
                      </a:r>
                      <a:r>
                        <a:rPr lang="en-US" sz="600" b="1" i="1" dirty="0">
                          <a:solidFill>
                            <a:srgbClr val="5B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R&amp;D, will confirm with DARES in the coming weeks. Express your interest if you have it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 err="1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Shangrui</a:t>
                      </a:r>
                      <a:r>
                        <a:rPr lang="en-US" sz="6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Wu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Shmail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Jinghan Li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David Shmail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6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Shangrui</a:t>
                      </a: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 Wu</a:t>
                      </a: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92608"/>
            <a:ext cx="38404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92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4" name="Text 1"/>
          <p:cNvSpPr txBox="1"/>
          <p:nvPr/>
        </p:nvSpPr>
        <p:spPr>
          <a:xfrm>
            <a:off x="457200" y="292608"/>
            <a:ext cx="5486400" cy="6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Workflows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EEDF9"/>
          </a:solidFill>
          <a:ln w="12700">
            <a:solidFill>
              <a:srgbClr val="EEEDF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 txBox="1"/>
          <p:nvPr/>
        </p:nvSpPr>
        <p:spPr>
          <a:xfrm>
            <a:off x="457200" y="1234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737360" y="12344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EEDF9"/>
          </a:solidFill>
          <a:ln w="12700">
            <a:solidFill>
              <a:srgbClr val="EEEDF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1737360" y="1234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Systems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3017520" y="12344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EEDF9"/>
          </a:solidFill>
          <a:ln w="12700">
            <a:solidFill>
              <a:srgbClr val="EEEDF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 txBox="1"/>
          <p:nvPr/>
        </p:nvSpPr>
        <p:spPr>
          <a:xfrm>
            <a:off x="3017520" y="12344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 &amp; Motor Control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14800" y="123444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EEDF9"/>
          </a:solidFill>
          <a:ln w="12700">
            <a:solidFill>
              <a:srgbClr val="EEEDF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 txBox="1"/>
          <p:nvPr/>
        </p:nvSpPr>
        <p:spPr>
          <a:xfrm>
            <a:off x="4114800" y="12344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&amp; Navigation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97103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4" name="Text 11"/>
          <p:cNvSpPr txBox="1"/>
          <p:nvPr/>
        </p:nvSpPr>
        <p:spPr>
          <a:xfrm>
            <a:off x="6373368" y="1234440"/>
            <a:ext cx="1005840" cy="329184"/>
          </a:xfrm>
          <a:prstGeom prst="rect">
            <a:avLst/>
          </a:prstGeom>
          <a:solidFill>
            <a:srgbClr val="2F259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projects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Diagrams: Jinghan Li</a:t>
            </a:r>
            <a:endParaRPr lang="en-US" sz="9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9552444-78A2-8161-039C-FEA5FF544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107" y="1592023"/>
            <a:ext cx="6510704" cy="33914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011A53E-4019-EDDB-0A37-F81D8600C691}"/>
              </a:ext>
            </a:extLst>
          </p:cNvPr>
          <p:cNvSpPr txBox="1"/>
          <p:nvPr/>
        </p:nvSpPr>
        <p:spPr>
          <a:xfrm>
            <a:off x="6913417" y="2156691"/>
            <a:ext cx="1653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dirty="0"/>
              <a:t>READ:</a:t>
            </a:r>
          </a:p>
          <a:p>
            <a:r>
              <a:rPr lang="en-AU" sz="800" dirty="0"/>
              <a:t>These are our two workflows: each sub-system is built and tested independently on a test bench or in simulation. Project 1 does this for the propulsion chain, and Project 2 brings every validated piece together into the aircraft, one interface at a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402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DARES ELECTRONICS</a:t>
            </a:r>
            <a:endParaRPr lang="en-US" sz="1000"/>
          </a:p>
        </p:txBody>
      </p:sp>
      <p:pic>
        <p:nvPicPr>
          <p:cNvPr id="4" name="Image 1" descr="/home/claude/deck/v_f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685800"/>
            <a:ext cx="4754880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/>
          </a:p>
        </p:txBody>
      </p:sp>
      <p:sp>
        <p:nvSpPr>
          <p:cNvPr id="6" name="Text 2"/>
          <p:cNvSpPr txBox="1"/>
          <p:nvPr/>
        </p:nvSpPr>
        <p:spPr>
          <a:xfrm>
            <a:off x="45720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</a:t>
            </a:r>
            <a:endParaRPr lang="en-US" sz="4200"/>
          </a:p>
        </p:txBody>
      </p:sp>
      <p:sp>
        <p:nvSpPr>
          <p:cNvPr id="7" name="Text 3"/>
          <p:cNvSpPr txBox="1"/>
          <p:nvPr/>
        </p:nvSpPr>
        <p:spPr>
          <a:xfrm>
            <a:off x="45720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Lynch  +  Ash Zhang</a:t>
            </a:r>
            <a:endParaRPr lang="en-US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402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DARES ELECTRONICS</a:t>
            </a:r>
            <a:endParaRPr lang="en-US" sz="1000"/>
          </a:p>
        </p:txBody>
      </p:sp>
      <p:pic>
        <p:nvPicPr>
          <p:cNvPr id="4" name="Image 1" descr="/home/claude/deck/v_p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685800"/>
            <a:ext cx="4754880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/>
          </a:p>
        </p:txBody>
      </p:sp>
      <p:sp>
        <p:nvSpPr>
          <p:cNvPr id="6" name="Text 2"/>
          <p:cNvSpPr txBox="1"/>
          <p:nvPr/>
        </p:nvSpPr>
        <p:spPr>
          <a:xfrm>
            <a:off x="45720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Systems</a:t>
            </a:r>
            <a:endParaRPr lang="en-US" sz="4200"/>
          </a:p>
        </p:txBody>
      </p:sp>
      <p:sp>
        <p:nvSpPr>
          <p:cNvPr id="7" name="Text 3"/>
          <p:cNvSpPr txBox="1"/>
          <p:nvPr/>
        </p:nvSpPr>
        <p:spPr>
          <a:xfrm>
            <a:off x="45720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Wang</a:t>
            </a:r>
            <a:endParaRPr lang="en-US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402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DARES ELECTRONICS</a:t>
            </a:r>
            <a:endParaRPr lang="en-US" sz="1000"/>
          </a:p>
        </p:txBody>
      </p:sp>
      <p:pic>
        <p:nvPicPr>
          <p:cNvPr id="4" name="Image 1" descr="/home/claude/deck/v_p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685800"/>
            <a:ext cx="4754880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/>
          </a:p>
        </p:txBody>
      </p:sp>
      <p:sp>
        <p:nvSpPr>
          <p:cNvPr id="6" name="Text 2"/>
          <p:cNvSpPr txBox="1"/>
          <p:nvPr/>
        </p:nvSpPr>
        <p:spPr>
          <a:xfrm>
            <a:off x="45720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 &amp; Motor Control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Jinghan Li  +  Jayden Filleul</a:t>
            </a:r>
            <a:endParaRPr lang="en-US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402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DARES ELECTRONICS</a:t>
            </a:r>
            <a:endParaRPr lang="en-US" sz="1000"/>
          </a:p>
        </p:txBody>
      </p:sp>
      <p:pic>
        <p:nvPicPr>
          <p:cNvPr id="4" name="Image 1" descr="/home/claude/deck/v_na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685800"/>
            <a:ext cx="4754880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188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/>
          </a:p>
        </p:txBody>
      </p:sp>
      <p:sp>
        <p:nvSpPr>
          <p:cNvPr id="6" name="Text 2"/>
          <p:cNvSpPr txBox="1"/>
          <p:nvPr/>
        </p:nvSpPr>
        <p:spPr>
          <a:xfrm>
            <a:off x="457200" y="16002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&amp; Navigation</a:t>
            </a:r>
            <a:endParaRPr lang="en-US" sz="4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Shmail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402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DARES ELECTRONICS</a:t>
            </a:r>
            <a:endParaRPr lang="en-US" sz="1000"/>
          </a:p>
        </p:txBody>
      </p:sp>
      <p:pic>
        <p:nvPicPr>
          <p:cNvPr id="4" name="Image 1" descr="/home/claude/deck/v_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685800"/>
            <a:ext cx="4754880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188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/>
          </a:p>
        </p:txBody>
      </p:sp>
      <p:sp>
        <p:nvSpPr>
          <p:cNvPr id="6" name="Text 2"/>
          <p:cNvSpPr txBox="1"/>
          <p:nvPr/>
        </p:nvSpPr>
        <p:spPr>
          <a:xfrm>
            <a:off x="457200" y="16002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35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Machine Learning</a:t>
            </a:r>
            <a:endParaRPr lang="en-US" sz="35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Shangrui</a:t>
            </a:r>
            <a:r>
              <a:rPr lang="en-US" sz="1700" dirty="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Wu, David Shmail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566160"/>
            <a:ext cx="32918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2B2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R&amp;D  ·  NOT YET FORMALISED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"/>
            <a:ext cx="38404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402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DARES ELECTRONICS</a:t>
            </a:r>
            <a:endParaRPr lang="en-US" sz="100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break</a:t>
            </a:r>
            <a:endParaRPr lang="en-US" sz="4200"/>
          </a:p>
        </p:txBody>
      </p:sp>
      <p:sp>
        <p:nvSpPr>
          <p:cNvPr id="6" name="Shape 3"/>
          <p:cNvSpPr/>
          <p:nvPr/>
        </p:nvSpPr>
        <p:spPr>
          <a:xfrm>
            <a:off x="457200" y="2377440"/>
            <a:ext cx="393192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B9B3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731520" y="2624328"/>
            <a:ext cx="512064" cy="512064"/>
          </a:xfrm>
          <a:prstGeom prst="ellipse">
            <a:avLst/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731520" y="2624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51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/>
          </a:p>
        </p:txBody>
      </p:sp>
      <p:sp>
        <p:nvSpPr>
          <p:cNvPr id="9" name="Text 6"/>
          <p:cNvSpPr txBox="1"/>
          <p:nvPr/>
        </p:nvSpPr>
        <p:spPr>
          <a:xfrm>
            <a:off x="1417320" y="25420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</a:t>
            </a:r>
            <a:endParaRPr lang="en-US" sz="2100"/>
          </a:p>
        </p:txBody>
      </p:sp>
      <p:sp>
        <p:nvSpPr>
          <p:cNvPr id="10" name="Text 7"/>
          <p:cNvSpPr txBox="1"/>
          <p:nvPr/>
        </p:nvSpPr>
        <p:spPr>
          <a:xfrm>
            <a:off x="1417320" y="2926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everyone, in your sub-team document</a:t>
            </a:r>
            <a:endParaRPr lang="en-US" sz="1300"/>
          </a:p>
        </p:txBody>
      </p:sp>
      <p:sp>
        <p:nvSpPr>
          <p:cNvPr id="11" name="Shape 8"/>
          <p:cNvSpPr/>
          <p:nvPr/>
        </p:nvSpPr>
        <p:spPr>
          <a:xfrm>
            <a:off x="4663440" y="2377440"/>
            <a:ext cx="393192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B9B3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4937760" y="2624328"/>
            <a:ext cx="512064" cy="512064"/>
          </a:xfrm>
          <a:prstGeom prst="ellipse">
            <a:avLst/>
          </a:prstGeom>
          <a:solidFill>
            <a:srgbClr val="B9B3F5"/>
          </a:solidFill>
          <a:ln w="12700">
            <a:solidFill>
              <a:srgbClr val="B9B3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4937760" y="2624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51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/>
          </a:p>
        </p:txBody>
      </p:sp>
      <p:sp>
        <p:nvSpPr>
          <p:cNvPr id="14" name="Text 11"/>
          <p:cNvSpPr txBox="1"/>
          <p:nvPr/>
        </p:nvSpPr>
        <p:spPr>
          <a:xfrm>
            <a:off x="5623560" y="25420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advanced</a:t>
            </a:r>
            <a:endParaRPr lang="en-US" sz="2100"/>
          </a:p>
        </p:txBody>
      </p:sp>
      <p:sp>
        <p:nvSpPr>
          <p:cNvPr id="15" name="Text 12"/>
          <p:cNvSpPr txBox="1"/>
          <p:nvPr/>
        </p:nvSpPr>
        <p:spPr>
          <a:xfrm>
            <a:off x="5623560" y="2926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those who want more</a:t>
            </a:r>
            <a:endParaRPr lang="en-US" sz="1300"/>
          </a:p>
        </p:txBody>
      </p:sp>
      <p:sp>
        <p:nvSpPr>
          <p:cNvPr id="16" name="Text 13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so we come back ready to design and build, not starting from zero.</a:t>
            </a:r>
            <a:endParaRPr lang="en-US" sz="1700"/>
          </a:p>
        </p:txBody>
      </p:sp>
      <p:sp>
        <p:nvSpPr>
          <p:cNvPr id="17" name="Text 14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B9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+ PID workshop: details soon, pending committee approval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6E77587191424291642E9D10DE33D6" ma:contentTypeVersion="9" ma:contentTypeDescription="Create a new document." ma:contentTypeScope="" ma:versionID="8802a8fabdad6f6803addf9df7573aab">
  <xsd:schema xmlns:xsd="http://www.w3.org/2001/XMLSchema" xmlns:xs="http://www.w3.org/2001/XMLSchema" xmlns:p="http://schemas.microsoft.com/office/2006/metadata/properties" xmlns:ns3="c35b6a48-e5cd-41b0-9bce-da098478cf87" targetNamespace="http://schemas.microsoft.com/office/2006/metadata/properties" ma:root="true" ma:fieldsID="59f2620fb8cfd41e83fda714df53f2af" ns3:_="">
    <xsd:import namespace="c35b6a48-e5cd-41b0-9bce-da098478cf8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_activity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5b6a48-e5cd-41b0-9bce-da098478cf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35b6a48-e5cd-41b0-9bce-da098478cf87" xsi:nil="true"/>
  </documentManagement>
</p:properties>
</file>

<file path=customXml/itemProps1.xml><?xml version="1.0" encoding="utf-8"?>
<ds:datastoreItem xmlns:ds="http://schemas.openxmlformats.org/officeDocument/2006/customXml" ds:itemID="{517ACFB1-7F99-4725-9EDE-804E1B404E29}">
  <ds:schemaRefs>
    <ds:schemaRef ds:uri="c35b6a48-e5cd-41b0-9bce-da098478cf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9A1848-2620-44E2-BD90-A6E6428BEC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B4216C-3EED-45B7-A944-4754558792A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c35b6a48-e5cd-41b0-9bce-da098478cf87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359</Words>
  <Application>Microsoft Office PowerPoint</Application>
  <PresentationFormat>On-screen Show (16:9)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DARES Electronics - Week 9 and mid-semester break</dc:title>
  <dc:subject>PptxGenJS Presentation</dc:subject>
  <dc:creator>PptxGenJS</dc:creator>
  <cp:lastModifiedBy>David Shmail</cp:lastModifiedBy>
  <cp:revision>3</cp:revision>
  <dcterms:created xsi:type="dcterms:W3CDTF">2026-09-26T01:42:01Z</dcterms:created>
  <dcterms:modified xsi:type="dcterms:W3CDTF">2026-09-26T06:44:10Z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0x010100796E77587191424291642E9D10DE33D6</vt:lpwstr>
  </property>
</Properties>
</file>